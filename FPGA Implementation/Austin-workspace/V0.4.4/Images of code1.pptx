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58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8226-971B-F6E6-AB78-E407E27C2CA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BB140-3C46-654E-7006-B5A59D47F3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7C95B-0EB3-57FC-2E4E-F00E1528340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8FBDEF-17AF-4992-A879-D00E3ED8292D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A3109-3B7B-5A15-02DC-80A007E9B0D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144C-5085-E2E5-E5C1-ED99C36230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9CA051-6E6F-4C76-8E76-6D64F89B53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514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AC7CB-724B-7B03-8FB7-1D06CFA2F45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AFE7-1514-DAD5-E20A-6C7DAE32019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70F1B-9F60-9DA9-D1AA-7AAF7BC01FC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C7F467-6C36-4BB2-A326-863C795EE830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5D3A8-EA51-396C-3BBB-D2F221A94F5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B80CA-BE37-BD52-D48C-0ECD7A0D805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00CF0E-9AFA-43F0-8E3F-D375962AFD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464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9DBD5-9B2C-6A4C-343C-9E7A947627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3B18C-0C76-7EC7-B9AE-F0190C77C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C3E15-D6FA-5B7B-027D-EDF6B8CC24F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A9CE21-1A1F-4711-90D3-573A79462C15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AAC98-D4D2-BFB5-F65C-289B67DD5C8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8E2D2-D987-D6D3-F5C0-B863577E4A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B205DC-3174-412F-9E6E-2BE0320B85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EB019-D1E3-7B7B-D8B6-1113B412B4B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E8E9C-3E1F-7D05-09C6-A6D071CCEB8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E53E6-4554-931F-95EE-46BA4EC8C50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8337A-4B40-013F-A9AE-D8EA3B64915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58DFEB-2A63-4369-8206-D2BA06DC6470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5D82F-3744-DCF2-7EBE-770126122F7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FA522-0B19-60CD-2118-EC39B6B4CD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066D90C-00C3-4A8B-8EAC-C8F63DC49B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6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D3A38-0F34-EF13-368E-502B18C6F7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4AA24-3FBF-21E0-32A8-7EE55A9E0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E937C-5A6D-D97A-DC9A-AB23E221185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5C5B1-9817-0667-3124-8208880A37C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D7ABB-F56A-75C7-1ABC-FFB1A4645F61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88EF9-DEC6-27A7-4402-F7BDD2DB59F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E5C09F-D664-4DC0-A52D-6613FCA54D50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A2A57-E281-4B2D-E71F-6C14B6B21E3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C5073-70E9-89B4-D43E-90CA650881A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045291C-1FF7-4B99-8436-772F1851EA0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62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DDED-7B08-B20E-D481-14DDCE6ABC4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B0DAF-8E07-35E0-2461-2CE1C9576FA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F50854-1D02-4504-86EF-ACFD59E6C3A9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B0C0C-9A89-59E0-3CB2-67F2574607C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BA004-31CF-47A5-9777-E08F7BA1153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7258CB-7985-4471-B8D3-AB2F537863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03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ED50E-814D-784E-9AA2-668E21C3638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8EE9E9-7EBA-49F3-9676-4A164F3DD791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9BCC98-38A6-8B2E-2A1F-762F7F5676D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008C7-A290-ABCC-7CE7-685A9B6A1A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ED61EA-6AEA-4E50-8BA7-D00F8E849D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2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031D-DCCF-1383-F180-C37D61505C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959B-8910-B55E-9A8F-B50ECA00CD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2C759-854F-F579-70F9-2407F09C8DF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DC753-401C-04A7-A1C8-C8A4F390126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4D619BD-BD45-4353-8560-318D30BE55B3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CC8BF-5C8D-E125-D427-9FCACE97AE5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AB903-1433-9712-CAF3-882F39583D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1B11842-17E4-468E-913D-5193BE423D0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7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40ED-468F-8AF4-CF8E-58B18753C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64375D-7BD7-289A-7E73-753612A5F5B3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A25A6-02E7-9E21-69DC-994494B5730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136ED-23CE-43EC-5CA5-B563CCDB47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A6FDF09-7ACB-4ADF-8BAA-9638CFDB34B8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5D3EC-343C-C0D8-A0E1-95C40EE60F8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28F15-6F26-CE21-ABAA-CC0AB3BD73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53EF3B-D4BD-41DF-88B6-85DCB4B360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3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B0B3-CE4F-1E78-A760-87EF47C2E92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30277-7500-3BA7-0415-F590B11019B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C9300-FA51-F58D-FC99-58CCA3A18EB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CE5E8B-EB55-465D-9852-7881DCB61334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F7098-0156-A7C5-25B0-09F6EA56ED6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D17DA-9B4E-2C75-7A47-ECEBFF323B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B613C0-87E8-475D-AE8C-CB741858CC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47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12CEB4-7EF8-EF7A-A2F7-ACED35F1A932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DED87B-FC50-E3C5-40C4-A02C6AD1590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62C3E-0E7F-13A2-69F8-592E9C364AE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11EDAD-000A-496D-8420-77F511042C4E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D45E8-F3EF-C5A8-6653-240993BC5CF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80B05-0D6D-AA5A-2D09-1580EFFAA15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FC3758-A18A-4093-9201-0D8438C53E6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7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9059B-6439-6231-3E11-D8F9CE4CE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3CF99-7171-E1A6-EF14-D6C83ECF1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51D-2078-1A69-9C24-5641A041C7E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3EAAA41E-9A3F-4FB4-BCBC-8F5915EA04F6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FFDC4-A3D5-B2C6-6D75-A0858A7F251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977B9-93AC-CD70-ADF9-782B9542CC4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A72C844D-5B4D-4C78-B64F-CB3B76AD469E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B1ED-4A47-AED9-B183-FDA6DEA47157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/>
              <a:t>Handshake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627F4F-DC0D-D2F5-9C13-1E0041A988B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/>
              <a:t>V0.4.4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8B1AE5B-ABED-2523-C3FA-F094D2EC30B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Host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DEE929-6536-8540-077B-AA24C9470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504" y="1389355"/>
            <a:ext cx="9079314" cy="53680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C9C6C-A717-6DBF-99F9-4AA8226AA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7C2B3FD-694B-92DD-48D5-219D7946BC1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Host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415FE2-8BC7-A22E-AF06-22D984A23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202" y="1825625"/>
            <a:ext cx="6437595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350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E998F41-BC99-1912-3BC4-A7F6602C616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Target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6368E8-309D-4EB0-BCC6-F29A73A49D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210" y="1462087"/>
            <a:ext cx="8867462" cy="5277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19FBE-82E5-0F97-1542-231D4EE3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5E9D624C-A21E-B7AC-BB63-CDD4774E078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Target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CCD4D-31F6-59E4-EDA8-FD3510B18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3" y="1398557"/>
            <a:ext cx="9206214" cy="545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0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F5015-3BA1-98AF-021E-5BC3F9546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971A0CA-A287-8679-09A4-F1B0FD63A7E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Target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16EC4-CBE4-ED8F-D7E1-87457DDD7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425312"/>
            <a:ext cx="8760190" cy="519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49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7F50EEB3168746BFA605A337BF7D69" ma:contentTypeVersion="14" ma:contentTypeDescription="Create a new document." ma:contentTypeScope="" ma:versionID="b1eeeb7380bb6b08b92c7eb206df4a56">
  <xsd:schema xmlns:xsd="http://www.w3.org/2001/XMLSchema" xmlns:xs="http://www.w3.org/2001/XMLSchema" xmlns:p="http://schemas.microsoft.com/office/2006/metadata/properties" xmlns:ns3="d3afe3c7-f7c7-4289-8ec7-fcbbb8b750c6" xmlns:ns4="acd7a494-864e-489b-b953-5708a861d8f0" targetNamespace="http://schemas.microsoft.com/office/2006/metadata/properties" ma:root="true" ma:fieldsID="3dff4cde247c5b84fa5fb9976b086772" ns3:_="" ns4:_="">
    <xsd:import namespace="d3afe3c7-f7c7-4289-8ec7-fcbbb8b750c6"/>
    <xsd:import namespace="acd7a494-864e-489b-b953-5708a861d8f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fe3c7-f7c7-4289-8ec7-fcbbb8b750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d7a494-864e-489b-b953-5708a861d8f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3afe3c7-f7c7-4289-8ec7-fcbbb8b750c6" xsi:nil="true"/>
  </documentManagement>
</p:properties>
</file>

<file path=customXml/itemProps1.xml><?xml version="1.0" encoding="utf-8"?>
<ds:datastoreItem xmlns:ds="http://schemas.openxmlformats.org/officeDocument/2006/customXml" ds:itemID="{B89EF640-0793-42DC-B446-D1DE6029FE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afe3c7-f7c7-4289-8ec7-fcbbb8b750c6"/>
    <ds:schemaRef ds:uri="acd7a494-864e-489b-b953-5708a861d8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C45F11-969A-418C-A26A-264100A49A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FA0585-9349-44C3-81BF-B9D8E8CD4A3A}">
  <ds:schemaRefs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acd7a494-864e-489b-b953-5708a861d8f0"/>
    <ds:schemaRef ds:uri="d3afe3c7-f7c7-4289-8ec7-fcbbb8b750c6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Handshake</vt:lpstr>
      <vt:lpstr>Host</vt:lpstr>
      <vt:lpstr>Host</vt:lpstr>
      <vt:lpstr>Target</vt:lpstr>
      <vt:lpstr>Target</vt:lpstr>
      <vt:lpstr>Target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Downey, Austin</dc:creator>
  <cp:lastModifiedBy>Downey, Austin</cp:lastModifiedBy>
  <cp:revision>3</cp:revision>
  <dcterms:created xsi:type="dcterms:W3CDTF">2026-06-16T17:55:03Z</dcterms:created>
  <dcterms:modified xsi:type="dcterms:W3CDTF">2026-06-17T00:58:23Z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0x010100807F50EEB3168746BFA605A337BF7D69</vt:lpwstr>
  </property>
</Properties>
</file>